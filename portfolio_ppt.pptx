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54864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Website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5257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  •  Home, About, Education, Skills, Projects, Achievements, Gallery, Contact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 — Portfolio Website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424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30200" indent="-330200">
              <a:lnSpc>
                <a:spcPct val="120000"/>
              </a:lnSpc>
              <a:spcAft>
                <a:spcPts val="3000"/>
              </a:spcAft>
              <a:buSzPct val="100000"/>
              <a:buChar char="●"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is built using plain HTML only.</a:t>
            </a:r>
            <a:endParaRPr lang="en-US" sz="2200" dirty="0"/>
          </a:p>
          <a:p>
            <a:pPr marL="330200" indent="-330200">
              <a:lnSpc>
                <a:spcPct val="120000"/>
              </a:lnSpc>
              <a:spcAft>
                <a:spcPts val="3000"/>
              </a:spcAft>
              <a:buSzPct val="100000"/>
              <a:buChar char="●"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CSS is used anywhere in the site.</a:t>
            </a:r>
            <a:endParaRPr lang="en-US" sz="2200" dirty="0"/>
          </a:p>
          <a:p>
            <a:pPr marL="330200" indent="-330200">
              <a:lnSpc>
                <a:spcPct val="120000"/>
              </a:lnSpc>
              <a:spcAft>
                <a:spcPts val="3000"/>
              </a:spcAft>
              <a:buSzPct val="100000"/>
              <a:buChar char="●"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 of CSS, the font, bgcolor, and table tags are used for color and layout.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 — Portfolio Website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the welcome page with a career objective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itself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pic>
        <p:nvPicPr>
          <p:cNvPr id="8" name="Image 0" descr="/home/claude/work/shots/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13432"/>
            <a:ext cx="5065776" cy="31306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used for this layout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2148840"/>
            <a:ext cx="5422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37744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&lt;table&gt;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header, menu bar, and footer.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bgcolor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header and menu bar with color.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&lt;font color&gt;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text, like the white header text.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&lt;center&gt;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the page title.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&lt;hr&gt;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line between sections.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&lt;h1&gt;, &lt;h2&gt;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big and small headings.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8 — Home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 — Portfolio Website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 — a short bio and a list of favorite tools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itself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pic>
        <p:nvPicPr>
          <p:cNvPr id="8" name="Image 0" descr="/home/claude/work/shots/ab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782" y="2313432"/>
            <a:ext cx="3570677" cy="3831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used for this layout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2148840"/>
            <a:ext cx="5422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37744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&lt;h3&gt;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small group headings like Frontend.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&lt;ul&gt;, &lt;li&gt;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bullet lists of skills.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&lt;hr&gt;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each section.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&lt;p&gt;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bio paragraph.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8 — About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 — Portfolio Website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education.html — degrees and certificates shown as tables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itself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pic>
        <p:nvPicPr>
          <p:cNvPr id="8" name="Image 0" descr="/home/claude/work/shots/edu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13432"/>
            <a:ext cx="5065776" cy="369295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used for this layout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2148840"/>
            <a:ext cx="5422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37744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&lt;table border&gt;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grid with visible lines.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&lt;th&gt;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header cell, like "Year".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&lt;tr&gt;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of the table.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&lt;td&gt;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cell inside a row.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width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how wide the table is.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8 — Education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 — Portfolio Website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skills.html — technical skills in a grouped table, plus soft skills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itself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pic>
        <p:nvPicPr>
          <p:cNvPr id="8" name="Image 0" descr="/home/claude/work/shots/ski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102" y="2313432"/>
            <a:ext cx="3870036" cy="3831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used for this layout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2148840"/>
            <a:ext cx="5422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37744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rowspan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rows under one category name.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bgcolor (on &lt;tr&gt;)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just the header row.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cellpadding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space inside each cell.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&lt;b&gt;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category names bold.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&lt;ul&gt;, &lt;li&gt;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 soft skills.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8 — Skills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 — Portfolio Website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achievements.html — a conference paper presentation, with proof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itself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pic>
        <p:nvPicPr>
          <p:cNvPr id="8" name="Image 0" descr="/home/claude/work/shots/achiev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13432"/>
            <a:ext cx="5065776" cy="314584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used for this layout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2148840"/>
            <a:ext cx="5422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37744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&lt;div&gt;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the heading, text, and list together.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&lt;strong&gt;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Bolds important words.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&lt;ul&gt;, &lt;li&gt;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quick facts like date and venue.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target="_blank"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certificate in a new tab.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8 — Achievements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 — Portfolio Website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projects.html — two projects, each with details and a link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itself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pic>
        <p:nvPicPr>
          <p:cNvPr id="8" name="Image 0" descr="/home/claude/work/shots/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6691" y="2313432"/>
            <a:ext cx="2078858" cy="3831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used for this layout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2148840"/>
            <a:ext cx="5422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37744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&lt;font color&gt;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each project heading blue.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align="justify"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up both edges of the paragraph.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&lt;h4&gt;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heading, like "Key Features".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&lt;b&gt;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Bolds key words in a sentence.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&lt;a target="_blank"&gt;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GitHub or thesis link in a new tab.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8 — Projects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 — Portfolio Website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gallery.html — a 2 by 2 grid of clickable certificate photos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itself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pic>
        <p:nvPicPr>
          <p:cNvPr id="8" name="Image 0" descr="/home/claude/work/shots/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709" y="2313432"/>
            <a:ext cx="4280822" cy="3831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used for this layout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2148840"/>
            <a:ext cx="5422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37744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&lt;table&gt; (no border)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the 4 photos in a grid.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&lt;img&gt;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each photo with a set width and height.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&lt;a&gt; around &lt;img&gt;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each photo clickable.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cellpadding / cellspacing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space between photos.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align="center"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each photo in its cell.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8 — Gallery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 — Portfolio Website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 — contact details, a map, and a message 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itself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pic>
        <p:nvPicPr>
          <p:cNvPr id="8" name="Image 0" descr="/home/claude/work/shots/cont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4299" y="2313432"/>
            <a:ext cx="2223642" cy="3831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60020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used for this layout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2148840"/>
            <a:ext cx="5422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CB3C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37744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&lt;table&gt;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up each label with its value.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&lt;a href="mailto:"&gt;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visitor's email app.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&lt;iframe&gt;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Google Map.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&lt;form&gt;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all the input fields together.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005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&lt;input&gt;, &lt;textarea&gt; — </a:t>
            </a:r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3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name, email, phone, and message.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8 — Contact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 — Portfolio Website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54864"/>
          </a:xfrm>
          <a:prstGeom prst="rect">
            <a:avLst/>
          </a:prstGeom>
          <a:solidFill>
            <a:srgbClr val="005B9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2120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sureshjada2005@gmail.com   |   github.com/sureshjada18   |   linkedin.com/in/suresh-jada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Jada — Portfolio Website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2026-07-18T05:00:17Z</dcterms:created>
  <dcterms:modified xsi:type="dcterms:W3CDTF">2026-07-18T05:00:17Z</dcterms:modified>
</cp:coreProperties>
</file>